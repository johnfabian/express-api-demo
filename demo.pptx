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0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548640"/>
            <a:ext cx="1097280" cy="10972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530352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Express API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Paging, Filtering, and OpenAPI patterns with React + TanStack Query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What we'll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Tech stack and project layout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Two paging strategies — client-side vs server-side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How TanStack Query caches each request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Server-side filter pipeline (paging + sorting + filtering)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Six match modes on text filters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OpenAPI documentation: YAML (JSDoc) vs Zod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 — Express 5, Node 24 (--watch, --env-file)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Client — React 18 + Vite, PrimeReact (DataTable, Dropdown, InputText)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Data fetching — TanStack Query (useQuery, queryKey, keepPreviousData)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Database — postgres.js with safe tagged-template SQL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Schema introspection — drizzle-kit (db:pull)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OpenAPI — swagger-jsdoc (YAML) and @asteasolutions/zod-to-openapi (Zod)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Tooling — npm workspaces, concurrently, single root install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3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73152" cy="4572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.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├── server/                  # Express API (Node 24, ES modules)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routes/              # /todos, /products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controllers/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repositories/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lib/paging.mjs       # parse + buildWhere + paginate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├── models/              # YAML JSDoc + Zod schemas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   └── db/                  # init.sql, products.sql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└── client/express-client/   # React + Vite + PrimeReact + TanStack Query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├── src/pages/           # TodosClientPagingPage, TodosServerPagingPage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├── src/services/        # API client wrappers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└── src/lib/             # Shared filter UI helpers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4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Two paging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Client paging — /todos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Fetches the full list once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PrimeReact handles paging, sorting, and column-filtering in the browser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Global search hits the server with ?q=... (full-dataset search)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Server paging — /todos-server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DataTable runs in lazy mode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Each new combination of page, sort, filter, search → one server request</a:t>
            </a:r>
          </a:p>
          <a:p>
            <a:pPr lvl="1">
              <a:spcAft>
                <a:spcPts val="800"/>
              </a:spcAft>
              <a:defRPr sz="1600">
                <a:solidFill>
                  <a:srgbClr val="556E80"/>
                </a:solidFill>
              </a:defRPr>
            </a:pPr>
            <a:r>
              <a:t>Repeats served instantly from TanStack Query's cache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5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Caching with TanStack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Request parameters fold into the queryKey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73152" cy="2286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228600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// Server-paging page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useQuery({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queryKey: ['todos', 'server-paging',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  { page, rows, sortField, order, filters, q }],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queryFn: () =&gt; getTodosPaged(...),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  placeholderData: keepPreviousData,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Per-combination cache → revisits are instant; stale-while-revalidate in the background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keepPreviousData → no flicker between pages while the next batch loads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Local interactions on /todos don't refetch (only q is in its queryKey)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Default gcTime (5 min) drops unused entries automatically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6 /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Server-side filter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server/lib/paging.mjs — composable, reused by todos and 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parsePagingQuery — validates page, pageSize, sortField, sortOrder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parseFilterQuery — validates per-field filters and an optional global q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buildWhere — composes a safe SQL WHERE fragment with postgres.js tagged templates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paginate — combines the above; returns { items, total, page, pageSize, totalPages }</a:t>
            </a: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1B2631"/>
                </a:solidFill>
              </a:defRPr>
            </a:pPr>
            <a:r>
              <a:t>Same pipeline drives /todos and /products — only the FILTER_FIELDS map differs per 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Six match modes on text filters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56E80"/>
                </a:solidFill>
              </a:defRPr>
            </a:pPr>
            <a:r>
              <a:t>Sent on the wire as &lt;field&gt;=value &amp; &lt;field&gt;MatchMode=mode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73152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solidFill>
            <a:srgbClr val="F5F3FF"/>
          </a:solidFill>
          <a:ln w="6350">
            <a:solidFill>
              <a:srgbClr val="A78BFA"/>
            </a:solidFill>
          </a:ln>
        </p:spPr>
        <p:txBody>
          <a:bodyPr wrap="square" lIns="274320" rIns="182880" tIns="182880" bIns="137160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/todos?title=Task%2099&amp;titleMatchMode=startsWith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/products?name=wireless&amp;nameMatchMode=contains</a:t>
            </a:r>
          </a:p>
          <a:p>
            <a:pPr>
              <a:spcAft>
                <a:spcPts val="200"/>
              </a:spcAft>
              <a:defRPr sz="1600">
                <a:solidFill>
                  <a:srgbClr val="1B2631"/>
                </a:solidFill>
                <a:latin typeface="Consolas"/>
              </a:defRPr>
            </a:pPr>
            <a:r>
              <a:t>GET /products?category=Books&amp;categoryMatchMode=equals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contains          ILIKE '%value%'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notContains       NOT ILIKE '%value%'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startsWith        ILIKE 'value%'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endsWith          ILIKE '%value'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equals            ILIKE 'value'   (case-insensitive)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notEquals         NOT ILIKE 'value'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Triangle 9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8 / 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OpenAPI: two styles, one Swagger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Todos — YAML in JSDoc comments (server/models/todos.model.mjs)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Pure text. No type checking. Easy to drift from the code.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Adding 6 filter params: ~36 lines of indented YAML, copy/paste duplication.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Products — Zod schemas via @asteasolutions/zod-to-openapi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Real JS values. Refactor-safe. Same schema can validate req.query at runtime.</a:t>
            </a:r>
          </a:p>
          <a:p>
            <a:pPr lvl="1">
              <a:spcAft>
                <a:spcPts val="800"/>
              </a:spcAft>
              <a:defRPr sz="1400">
                <a:solidFill>
                  <a:srgbClr val="556E80"/>
                </a:solidFill>
              </a:defRPr>
            </a:pPr>
            <a:r>
              <a:t>Adding 6 filter params: 6 lines, sharing one MatchMode = z.enum([...]).</a:t>
            </a: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B2631"/>
                </a:solidFill>
              </a:defRPr>
            </a:pPr>
            <a:r>
              <a:t>Both feed the same Swagger UI — diff is in maintainability, not in the docs that ship.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9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631"/>
                </a:solidFill>
              </a:defRPr>
            </a:pPr>
            <a:r>
              <a:t>Same six params — YAML vs Zod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097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37360" y="1033271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5212080"/>
          </a:xfrm>
          <a:prstGeom prst="rect">
            <a:avLst/>
          </a:prstGeom>
          <a:solidFill>
            <a:srgbClr val="F4F6F8"/>
          </a:solidFill>
        </p:spPr>
        <p:txBody>
          <a:bodyPr wrap="square" lIns="137160" rIns="137160" tIns="91440" bIns="91440">
            <a:spAutoFit/>
          </a:bodyPr>
          <a:lstStyle/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# todos.model.mjs (JSDoc)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- name: title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in: query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schema: { type: string }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- name: titleMatchMode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in: query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schema: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  type: string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  enum: [contains, notContains,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         startsWith, endsWith,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         equals, notEquals]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# ... repeat per field x4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280160"/>
            <a:ext cx="5577840" cy="5212080"/>
          </a:xfrm>
          <a:prstGeom prst="rect">
            <a:avLst/>
          </a:prstGeom>
          <a:solidFill>
            <a:srgbClr val="F4F6F8"/>
          </a:solidFill>
        </p:spPr>
        <p:txBody>
          <a:bodyPr wrap="square" lIns="137160" rIns="137160" tIns="91440" bIns="91440">
            <a:spAutoFit/>
          </a:bodyPr>
          <a:lstStyle/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// product.model.mjs (Zod)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const MatchMode = z.enum([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'contains', 'notContains',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'startsWith', 'endsWith',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'equals', 'notEquals',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]);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z.object({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name: z.string().optional(),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nameMatchMode: MatchMode.optional(),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  // ... description, category</a:t>
            </a:r>
          </a:p>
          <a:p>
            <a:pPr>
              <a:defRPr sz="1300">
                <a:solidFill>
                  <a:srgbClr val="1B2631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Triangle 7"/>
          <p:cNvSpPr/>
          <p:nvPr/>
        </p:nvSpPr>
        <p:spPr>
          <a:xfrm rot="5400000">
            <a:off x="11338560" y="0"/>
            <a:ext cx="850392" cy="640080"/>
          </a:xfrm>
          <a:prstGeom prst="rtTriangl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6E80"/>
                </a:solidFill>
              </a:defRPr>
            </a:pPr>
            <a:r>
              <a:t>Express API Demo  ·  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64240" cy="182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0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4937760"/>
            <a:ext cx="1097280" cy="10972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640080"/>
            <a:ext cx="640080" cy="6400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http://localhost:5173    •    http://localhost:3000/swagger-ui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